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09bb19dec1457e" /><Relationship Type="http://schemas.openxmlformats.org/officeDocument/2006/relationships/extended-properties" Target="/docProps/app.xml" Id="R135ff3486a7d42aa" /><Relationship Type="http://schemas.openxmlformats.org/officeDocument/2006/relationships/officeDocument" Target="/ppt/presentation.xml" Id="R49b4020bfc1d45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ab5afaa8814f15"/>
  </p:sldMasterIdLst>
  <p:notesMasterIdLst>
    <p:notesMasterId xmlns:r="http://schemas.openxmlformats.org/officeDocument/2006/relationships" r:id="R65002d7b204b493a"/>
  </p:notesMasterIdLst>
  <p:sldIdLst>
    <p:sldId xmlns:r="http://schemas.openxmlformats.org/officeDocument/2006/relationships" id="256" r:id="Rdf065884c2484de2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d82e83b51c435c" /><Relationship Type="http://schemas.openxmlformats.org/officeDocument/2006/relationships/slideMaster" Target="/ppt/slideMasters/slideMaster1.xml" Id="R95ab5afaa8814f15" /><Relationship Type="http://schemas.openxmlformats.org/officeDocument/2006/relationships/notesMaster" Target="/ppt/notesMasters/notesMaster1.xml" Id="R65002d7b204b493a" /><Relationship Type="http://schemas.openxmlformats.org/officeDocument/2006/relationships/presProps" Target="/ppt/presProps.xml" Id="R4f0fc663baff4b4c" /><Relationship Type="http://schemas.openxmlformats.org/officeDocument/2006/relationships/tableStyles" Target="/ppt/tableStyles.xml" Id="R79c57177cee14bed" /><Relationship Type="http://schemas.openxmlformats.org/officeDocument/2006/relationships/slide" Target="/ppt/slides/slide1.xml" Id="Rdf065884c2484d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0275c0f0e044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43f2d1a024a41" /><Relationship Type="http://schemas.openxmlformats.org/officeDocument/2006/relationships/notesMaster" Target="/ppt/notesMasters/notesMaster1.xml" Id="Re402a9184ee24f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Постановка: текст и ключевые формулы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контекст и будущее окно заданы формулами, вектор z объяснён текстом как выученные представления тренда, сезонности и остатка, полученные через соответствующие энкодеры, а задача объяснена тремя ключевыми связями: контекст задаёт прогнозное распределение, тренд и сезонность формируют среднее, латенты трёх веток определяют дисперсию. Пример T=96 и H=24 для часового ряда иллюстрирует задачу; это не зафиксированный протокол наших экспериментов. Подробная математическая запись ниже.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наблюдаемого скалярного ряда определяем контекст и будущее. На постере используем короткие обозначения **x** и **y** для векторов, чтобы не перегружать формулы повторяющимся индексом 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x=(x_{t-T+1},\ldots,x_t)\in\mathbb R^T,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y=(x_{t+1},\ldots,x_{t+H})\in\mathbb R^H.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 — длина контекста, H — горизонт прогноза. Будущие значения не входят в контекст. Левая колонка задаёт прогнозное распределение; квантили и интервалы названы словами. Их подробная математическая запись: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p_\theta(\mathbf y\mid\mathbf x),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q_{\alpha,h}=F_h^{-1}(\alpha\mid\mathbf x),</a:t>
            </a:r>
          </a:p>
          <a:p xmlns:a="http://schemas.openxmlformats.org/drawingml/2006/main">
            <a:r>
              <a:t>\quad h=1,\ldots,H,\quad\alpha\in(0,1).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θ — обученные параметры. Fₕ — условная CDF значения на будущем шаге h, полученная из pθ. Зависимость Fₕ от θ опущена в обозначении ради читаемости. α — уровень квантиля. Эта проверка маргинальных квантилей не устанавливает качество совместной траектории.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Правая колонка показывает компактную векторную параметризацию без индекса h. Для отдельного шага она имеет вид текущего DecoVAE-FM **в нормализованном модельном пространстве**, условно на выбранные латенты: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\mu_h=\tau_h+s_h,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\log\sigma_h^2=[g_\theta(\mathbf z)]_h,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z=(z_{\mathrm{trend}},z_{\mathrm{season}},z_{\mathrm{residual}}).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τₕ и sₕ — декодированные прогнозы трендовой и сезонной веток; z — совокупность латентов трёх веток. gθ — голова log-variance, h выбирает её выход для соответствующего будущего шага. Residual участвует в прогнозе дисперсии, но не является третьим аддитивным слагаемым среднего.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убраны тильды и длинные индексы названий веток; шкала явно указана в заголовке правой колонки. Полное predictive distribution включает выборку латентов и наблюдений и обратное asinh-преобразование. Оно не обязано быть одной Gaussian в исходной шкале. LaTeX-исходник формального блока сохранён отдельно в poster_formulation.tex.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 01 не содержит блоков dataset-specific / pretrained / zero-shot. Различия обучения остались в неизменённой литературной таблице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 Именно поэтому рассматриваем эту работу: она проверяет, совпадают ли заявленные вероятности с наблюдаемыми частотами, и учитывает ширину интервалов. В новой строке постера это объяснено прямо, без названий других checkpoint и неопределённой фразы о matching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Понятные выводы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**Точный итоговый прогноз не доказывает правильность компонент.** Трендовая ветка может воспроизводить сезонность, а другая ветка — компенсировать её ошибку. Нужно сравнивать каждый выход с известной компонентой синтетики, а не только их сумму с будущим рядом.</a:t>
            </a:r>
          </a:p>
          <a:p xmlns:a="http://schemas.openxmlformats.org/drawingml/2006/main">
            <a:r>
              <a:t>2. **Хороший прогнозный score не гарантирует калибровку интервалов.** При многократной оценке центральный 80% интервал должен покрывать около 80% наблюдений. Покрытие оцениваем вместе с шириной: расширением интервалов можно повысить coverage, не получив информативный прогноз. CRPS/WQL и прямые calibration checks отвечают на разные вопросы.</a:t>
            </a:r>
          </a:p>
          <a:p xmlns:a="http://schemas.openxmlformats.org/drawingml/2006/main">
            <a:r>
              <a:t>3. **Zero-shot не гарантирует перенос на невиданные источники.** Модель может использовать готовые веса без дообучения, хотя train-часть этого benchmark уже была в pretraining. У Chronos-2 и Moirai это относится к части GIFT train. Для вывода о переносе на новые источники нужны исключённые источники и аудит overlap. Утверждение об использовании train data не означает автоматически leakage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evidence и предварительные диагностические результаты убраны из постера по запросу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checkpoint и строка Readouts полностью убраны из раздела 05. На постере остаются только два вопроса проекта. Описания проверок под вопросами удалены; подробности экспериментов сохранены в этих заметках для устного объяснения.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математическая постановка, обозначения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два вопроса проекта, decisive tests и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a57538b2648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5ce4fa909a4e03" /><Relationship Type="http://schemas.openxmlformats.org/officeDocument/2006/relationships/slideLayout" Target="/ppt/slideLayouts/slideLayout1.xml" Id="R1f89b2249a7347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89b2249a7347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2cd55782c4c49" /><Relationship Type="http://schemas.openxmlformats.org/officeDocument/2006/relationships/image" Target="/ppt/media/image.png" Id="Rae77bbed8613434e" /><Relationship Type="http://schemas.openxmlformats.org/officeDocument/2006/relationships/notesSlide" Target="/ppt/notesSlides/notesSlide1.xml" Id="R7820902aec6b47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EC533-AEF4-481A-8C44-2ECC0DDF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85FDD-3A1F-47EA-B65F-55DB4BB7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F90A0-49E3-499A-BD28-161E41CD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632C8-E6D0-4FF0-82F2-408E7BE6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Probabilistic forecasting: task and model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7bbed8613434e"/>
          <a:stretch xmlns:a="http://schemas.openxmlformats.org/drawingml/2006/main"/>
        </p:blipFill>
        <p:spPr>
          <a:xfrm xmlns:a="http://schemas.openxmlformats.org/drawingml/2006/main">
            <a:off x="440592" y="2247900"/>
            <a:ext cx="9805866" cy="252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B1D6D-A0A7-4C10-A888-8B31200B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B491F-02D3-4534-AA3E-7B339DBD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study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quantile calibration, interval coverage and width across prediction heads and forecast horizons.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Guides our calibration tests: nominal vs observed coverage, paired with interval width. Adds evidence beyond CRPS / WQL.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55142-0018-41EF-AE15-6368A408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21CE8-0933-4920-997F-17D5AF9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Accurate forecasts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correct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7156D-BAF1-4495-A04F-EF2AB830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Compare predicted trend and seasonality with known synthetic components. Overall forecast error cannot show what each branch learned.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26EE1-DECC-40C5-A9FE-997D632A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Good scores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calibrated intervals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8A72F-F7F6-4C5B-B330-C8B2143C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An 80% interval should cover about 80% of observations. Check coverage and width together: wide intervals can cover more yet tell us less.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17B4B-C64B-44CB-98EF-0F61B55B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unseen-data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74956-1EFA-4A60-9854-138E893D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Some GIFT training data are included in Chronos-2 / Moirai pretraining. Check excluded sources before claiming unseen-data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99316-D1E8-419D-839F-2CEC531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92A2E-672A-4DB9-AEAC-BF93FE09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826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the branches learn their intended components?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D42F3-CAD0-46D6-9D56-0820BCD9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82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Does residual information improve uncertainty?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3D1BF-644D-4327-A16E-4C7A7142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30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 Full sources and protocol details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488550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2026-10-06T07:56:50.2120000Z</dcterms:created>
  <dcterms:modified xsi:type="dcterms:W3CDTF">2026-10-06T07:56:50.2120000Z</dcterms:modified>
</coreProperties>
</file>