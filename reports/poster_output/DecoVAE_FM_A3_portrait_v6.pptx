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9843f2300845c0" /><Relationship Type="http://schemas.openxmlformats.org/officeDocument/2006/relationships/extended-properties" Target="/docProps/app.xml" Id="R8f14011a5966466c" /><Relationship Type="http://schemas.openxmlformats.org/officeDocument/2006/relationships/officeDocument" Target="/ppt/presentation.xml" Id="R87841a3a0e42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620b9af614f98"/>
  </p:sldMasterIdLst>
  <p:notesMasterIdLst>
    <p:notesMasterId xmlns:r="http://schemas.openxmlformats.org/officeDocument/2006/relationships" r:id="R3c9dbcb8225749d1"/>
  </p:notesMasterIdLst>
  <p:sldIdLst>
    <p:sldId xmlns:r="http://schemas.openxmlformats.org/officeDocument/2006/relationships" id="256" r:id="R3b53dc48edf14dfa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37cfc09264109" /><Relationship Type="http://schemas.openxmlformats.org/officeDocument/2006/relationships/slideMaster" Target="/ppt/slideMasters/slideMaster1.xml" Id="R372620b9af614f98" /><Relationship Type="http://schemas.openxmlformats.org/officeDocument/2006/relationships/notesMaster" Target="/ppt/notesMasters/notesMaster1.xml" Id="R3c9dbcb8225749d1" /><Relationship Type="http://schemas.openxmlformats.org/officeDocument/2006/relationships/presProps" Target="/ppt/presProps.xml" Id="Rc3b96dc727a1427f" /><Relationship Type="http://schemas.openxmlformats.org/officeDocument/2006/relationships/tableStyles" Target="/ppt/tableStyles.xml" Id="R41ef9c180c1d4dd6" /><Relationship Type="http://schemas.openxmlformats.org/officeDocument/2006/relationships/slide" Target="/ppt/slides/slide1.xml" Id="R3b53dc48edf14d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1bc7267e8949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651c80ae34477" /><Relationship Type="http://schemas.openxmlformats.org/officeDocument/2006/relationships/notesMaster" Target="/ppt/notesMasters/notesMaster1.xml" Id="R27e56e19bc5b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Математическая постановка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 и его маргинальные квантили: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параметризацию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полностью убран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aa6715f58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e15a6827e40f3" /><Relationship Type="http://schemas.openxmlformats.org/officeDocument/2006/relationships/slideLayout" Target="/ppt/slideLayouts/slideLayout1.xml" Id="R17f7e1cf0fad41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f7e1cf0fad41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b9250010d4ae7" /><Relationship Type="http://schemas.openxmlformats.org/officeDocument/2006/relationships/image" Target="/ppt/media/image.png" Id="R24eea9e483d243de" /><Relationship Type="http://schemas.openxmlformats.org/officeDocument/2006/relationships/notesSlide" Target="/ppt/notesSlides/notesSlide1.xml" Id="R61fcb224c64542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D4203-1D4F-41B8-BB69-F5548B4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45EF-2FB0-4780-9196-D6EE1224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9D27D-2FE7-43B5-9FCD-454E7B4E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9169-5DAA-4282-9680-051A083B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mathematical formulation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ea9e483d243de"/>
          <a:stretch xmlns:a="http://schemas.openxmlformats.org/drawingml/2006/main"/>
        </p:blipFill>
        <p:spPr>
          <a:xfrm xmlns:a="http://schemas.openxmlformats.org/drawingml/2006/main">
            <a:off x="439072" y="2343150"/>
            <a:ext cx="9808906" cy="234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579BC-9B9E-480B-9665-5BB97E36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A0CA0-4CD8-4FB6-BF10-9196B58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0B5E5-533B-402D-A533-D85C2C52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822FC-7731-43FD-BE53-9F655AE5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9D1D6-5260-4567-A381-05DA94DE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0347-D4B2-48F4-A580-EF85A57B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A8BD5-00B2-48D4-8D63-9CCC6A8E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F2639-B439-440B-ABA7-8640CC8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6C748-A170-4573-9462-F769DD69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A5436-1A4C-4705-BD7C-61C9E51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479DF-CB9E-40F5-A846-BC577A42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CFEFD-CFE3-479D-9E65-48081D7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2A058-09F4-43A0-B997-2FAFE1FE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28EB1-ED25-4DF3-99EF-579D598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B0A59-3E15-4559-BCC6-CDD66AD9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54175"/>
            <a:ext cx="981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Readouts: MASE; WQL (q=0.1–0.9); calibration error, coverage and width of 40/60/80% intervals by horizon.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BEE12-7CB3-4353-8D8F-18C6703A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957533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2026-10-05T20:24:13.9810000Z</dcterms:created>
  <dcterms:modified xsi:type="dcterms:W3CDTF">2026-10-05T20:24:13.9810000Z</dcterms:modified>
</coreProperties>
</file>