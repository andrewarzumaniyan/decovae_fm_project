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9a7e3dbea44cf7" /><Relationship Type="http://schemas.openxmlformats.org/officeDocument/2006/relationships/extended-properties" Target="/docProps/app.xml" Id="Rf9d1acc18f6848c7" /><Relationship Type="http://schemas.openxmlformats.org/officeDocument/2006/relationships/officeDocument" Target="/ppt/presentation.xml" Id="R362db1c99d484d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281ff977934867"/>
  </p:sldMasterIdLst>
  <p:notesMasterIdLst>
    <p:notesMasterId xmlns:r="http://schemas.openxmlformats.org/officeDocument/2006/relationships" r:id="Ra7bf64e67f8a45c3"/>
  </p:notesMasterIdLst>
  <p:sldIdLst>
    <p:sldId xmlns:r="http://schemas.openxmlformats.org/officeDocument/2006/relationships" id="256" r:id="R59da255b23034eab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b33372b5fe47d6" /><Relationship Type="http://schemas.openxmlformats.org/officeDocument/2006/relationships/slideMaster" Target="/ppt/slideMasters/slideMaster1.xml" Id="R91281ff977934867" /><Relationship Type="http://schemas.openxmlformats.org/officeDocument/2006/relationships/notesMaster" Target="/ppt/notesMasters/notesMaster1.xml" Id="Ra7bf64e67f8a45c3" /><Relationship Type="http://schemas.openxmlformats.org/officeDocument/2006/relationships/presProps" Target="/ppt/presProps.xml" Id="R22c10009c6024803" /><Relationship Type="http://schemas.openxmlformats.org/officeDocument/2006/relationships/tableStyles" Target="/ppt/tableStyles.xml" Id="R8d7a99544e244735" /><Relationship Type="http://schemas.openxmlformats.org/officeDocument/2006/relationships/slide" Target="/ppt/slides/slide1.xml" Id="R59da255b23034e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14c33ea8644f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c87d115c704b3b" /><Relationship Type="http://schemas.openxmlformats.org/officeDocument/2006/relationships/notesMaster" Target="/ppt/notesMasters/notesMaster1.xml" Id="Ra0ba9513d6cc44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Постановка: текст и ключевые формулы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контекст и будущее окно заданы формулами, вектор z раскрыт как (z_trend, z_season, z_residual), а задача объяснена тремя ключевыми связями: контекст задаёт прогнозное распределение, тренд и сезонность формируют среднее, латенты трёх веток определяют дисперсию. Пример T=96 и H=24 для часового ряда иллюстрирует задачу; это не зафиксированный протокол наших экспериментов. Подробная математическая запись ниже.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распределение; квантили и интервалы названы словами. Их подробная математическая запись: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компактную векторную параметризацию без индекса h. Для отдельного шага она имеет вид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LaTeX-исходник формального блока сохранён отдельно в poster_formulation.tex.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и строка Readouts полностью убраны из раздела 05. На постере остаются только два вопроса проекта и решающие проверки: роли компонент на известной синтетике и вклад residual в вероятностный прогноз, с дополнительным no-decomposition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83a9113fc41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91f08093024c00" /><Relationship Type="http://schemas.openxmlformats.org/officeDocument/2006/relationships/slideLayout" Target="/ppt/slideLayouts/slideLayout1.xml" Id="Rf5029366e09344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029366e09344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237a268fb45e9" /><Relationship Type="http://schemas.openxmlformats.org/officeDocument/2006/relationships/image" Target="/ppt/media/image.png" Id="R9730cac409fc4e64" /><Relationship Type="http://schemas.openxmlformats.org/officeDocument/2006/relationships/notesSlide" Target="/ppt/notesSlides/notesSlide1.xml" Id="R5325158ec51e42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E568D-4C9C-4042-A57F-B8A74B17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EF823-1766-46F4-8393-B1AAB150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81EDB-252C-4980-848F-B8E67349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BCCFA-BA80-4357-8353-F8007DA4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task and model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0cac409fc4e64"/>
          <a:stretch xmlns:a="http://schemas.openxmlformats.org/drawingml/2006/main"/>
        </p:blipFill>
        <p:spPr>
          <a:xfrm xmlns:a="http://schemas.openxmlformats.org/drawingml/2006/main">
            <a:off x="440592" y="2247900"/>
            <a:ext cx="9805866" cy="252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2A672-7E35-4986-A088-E84C3677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2CB7F-EC8E-4A14-AAC9-E84A2E60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BADA8-324B-4E39-8750-9BAF2EA6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22214-6D8A-4ADC-825C-53BD222D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DEF10-41F6-4F97-AB08-6150F397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BF721-E928-446F-844B-EF98F5A3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0D357-57B3-4678-B7CF-04885574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5218A-6271-43BF-99FC-AA2ECD44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3121D-BEAC-4931-BDFA-111D6756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E487A-4291-4856-B1C4-0EBDE270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 and decisive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60B43-0AC6-462D-8E25-24753C7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4BADC-8300-49F8-830E-7178E54D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683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synthetic series with known trend and seasonality; measure component errors. Compare current and context-estimated period-aware decomposition.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E5F02-869D-4CA5-83A0-FFA47F00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3D88F-646C-4FC7-9179-7B0CF8A3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68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Retrain with / without residual features, keeping the variance head and NLL. Add a model without decomposition to test its overall contribution.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1C314-402C-4A33-B272-27AA53BD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659328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2026-10-05T22:27:20.1450000Z</dcterms:created>
  <dcterms:modified xsi:type="dcterms:W3CDTF">2026-10-05T22:27:20.1450000Z</dcterms:modified>
</coreProperties>
</file>