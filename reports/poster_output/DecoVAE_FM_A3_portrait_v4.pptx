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3071495a14913" /><Relationship Type="http://schemas.openxmlformats.org/officeDocument/2006/relationships/extended-properties" Target="/docProps/app.xml" Id="R26574b4c5243466f" /><Relationship Type="http://schemas.openxmlformats.org/officeDocument/2006/relationships/officeDocument" Target="/ppt/presentation.xml" Id="Radf3aaea6cde44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a9b4e7c1b4fa0"/>
  </p:sldMasterIdLst>
  <p:notesMasterIdLst>
    <p:notesMasterId xmlns:r="http://schemas.openxmlformats.org/officeDocument/2006/relationships" r:id="Ra7070846c6e14a3a"/>
  </p:notesMasterIdLst>
  <p:sldIdLst>
    <p:sldId xmlns:r="http://schemas.openxmlformats.org/officeDocument/2006/relationships" id="256" r:id="Rdfc430867ee140e6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52300e652a4ad1" /><Relationship Type="http://schemas.openxmlformats.org/officeDocument/2006/relationships/slideMaster" Target="/ppt/slideMasters/slideMaster1.xml" Id="Refda9b4e7c1b4fa0" /><Relationship Type="http://schemas.openxmlformats.org/officeDocument/2006/relationships/notesMaster" Target="/ppt/notesMasters/notesMaster1.xml" Id="Ra7070846c6e14a3a" /><Relationship Type="http://schemas.openxmlformats.org/officeDocument/2006/relationships/presProps" Target="/ppt/presProps.xml" Id="R28749c327c13405f" /><Relationship Type="http://schemas.openxmlformats.org/officeDocument/2006/relationships/tableStyles" Target="/ppt/tableStyles.xml" Id="Rbe6989b560ec4bc1" /><Relationship Type="http://schemas.openxmlformats.org/officeDocument/2006/relationships/slide" Target="/ppt/slides/slide1.xml" Id="Rdfc430867ee140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37292d11a4d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5a375400c4ca9" /><Relationship Type="http://schemas.openxmlformats.org/officeDocument/2006/relationships/notesMaster" Target="/ppt/notesMasters/notesMaster1.xml" Id="Rdb6d67e0799244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Математическая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 и его маргинальные квантили: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параметризацию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Формулы выполнены редактируемым текстом; индексы увеличены относительно предыдущей версии.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полностью убран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45df924a648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249d6375104b4d" /><Relationship Type="http://schemas.openxmlformats.org/officeDocument/2006/relationships/slideLayout" Target="/ppt/slideLayouts/slideLayout1.xml" Id="R5318feee8c50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8feee8c50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0b448706b4929" /><Relationship Type="http://schemas.openxmlformats.org/officeDocument/2006/relationships/notesSlide" Target="/ppt/notesSlides/notesSlide1.xml" Id="Ra637867c22484d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961514-F79A-4B73-8E79-024AEA02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AA4F-FCF6-4A14-955D-D24C5C66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1C809-A582-4158-A0F0-3D54254F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A4892-7282-4599-8D8E-724A7E2E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mathematical formulation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43665-A546-4F88-A384-60A43DF4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43150"/>
            <a:ext cx="16087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B935E-0E1E-4330-A9A1-8DAC981B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452" y="2343150"/>
            <a:ext cx="45586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(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FCB0D-38A4-44FF-9ED5-8104EEC3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4" y="2343150"/>
            <a:ext cx="16087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86DB1-7B7C-4232-A0BF-C3EB4B2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46" y="2461927"/>
            <a:ext cx="611600" cy="3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t−T+1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10F8C-2D43-472C-905B-DE439717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071" y="2343150"/>
            <a:ext cx="538734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…,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FD0ED-24CC-457E-B47A-9643931F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230" y="2343150"/>
            <a:ext cx="16087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DF259-6202-4D95-83C1-0E9B7DF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2461927"/>
            <a:ext cx="92964" cy="3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525CB-2135-4A6E-8C3A-7F304F3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922" y="2343150"/>
            <a:ext cx="45586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 ∈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E19FC-1DB2-4337-80C1-8F80997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213" y="2343150"/>
            <a:ext cx="22993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2D916-5C3C-4FA8-9BF6-690AB61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572" y="2298954"/>
            <a:ext cx="151828" cy="3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61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61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15EA-42AA-4B4A-A141-BB7615A9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43150"/>
            <a:ext cx="16202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4F386-3096-44EB-8392-C2A99C1D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845" y="2343150"/>
            <a:ext cx="45586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(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F3C57-3748-4340-923D-3C58D1E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137" y="2343150"/>
            <a:ext cx="16087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59FB8-BC0C-4BCC-B9B4-E4DBBB1D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439" y="2461927"/>
            <a:ext cx="341185" cy="3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t+1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8BB34-5395-4031-8992-0BD023E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050" y="2343150"/>
            <a:ext cx="538734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, …,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29821-A7F9-489F-B7D4-DDA4668D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209" y="2343150"/>
            <a:ext cx="16087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01EC0-0834-4F74-A016-149C72A3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511" y="2461927"/>
            <a:ext cx="398812" cy="3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610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t+H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67F32-8983-49C3-9E52-29A02167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748" y="2343150"/>
            <a:ext cx="455867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 ∈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4451E-0EBE-4D3D-93DB-F2AF638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039" y="2343150"/>
            <a:ext cx="229933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1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2A6AD-DA3B-454F-8080-FBFECE63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2298954"/>
            <a:ext cx="187357" cy="32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61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610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DE916-2B29-4239-B7A2-3BC6FEBC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717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T: context length; H: forecast horizon.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E60C67-72D9-4153-86DD-A6DAD26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14675"/>
            <a:ext cx="471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Forecast distribution and quantiles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7B3D31-B4C4-468C-9E05-4F06710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146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 · normalized model 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74C19-54CC-40B2-8C78-B8AD952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57575"/>
            <a:ext cx="19735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53C75-9BF8-4267-B342-EA5A43C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33" y="3592735"/>
            <a:ext cx="148018" cy="372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4D5ADA-27DA-4835-90D4-94CB157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76" y="3457575"/>
            <a:ext cx="140779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(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381DD-D07B-470C-A07F-1C333BF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" y="3457575"/>
            <a:ext cx="180403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D7B79-25AC-4799-BCAD-9BA60615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09" y="3457575"/>
            <a:ext cx="260223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| 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E42CC-6375-4F7C-A01E-0D35646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" y="3457575"/>
            <a:ext cx="17916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DEE601-9DA5-42A4-AD07-FB8816A7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648" y="3457575"/>
            <a:ext cx="140779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39CCE0-3923-4B32-A874-7A8D5F3C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57575"/>
            <a:ext cx="2021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83D820-4404-4E5D-8EF7-00C24385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945" y="3592735"/>
            <a:ext cx="162687" cy="372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5F887B-D285-4061-9BC1-39F0C8E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057" y="3457575"/>
            <a:ext cx="40262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C8EC92-30E4-4C46-9D8D-9B84E064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104" y="3457575"/>
            <a:ext cx="15182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189B9D-B67A-4D22-95FD-8298307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358" y="3592735"/>
            <a:ext cx="162687" cy="372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B97598-3F2F-41E6-97F7-731482FA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70" y="3457575"/>
            <a:ext cx="40262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+ 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4E7E54-E775-4351-8F57-8E5B5349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16" y="3457575"/>
            <a:ext cx="152781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47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28D2A9-D322-4DBC-A878-3DBBEA4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722" y="3592735"/>
            <a:ext cx="162687" cy="372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83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879B29-1C82-4C00-9C0E-F88BEF4D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95725"/>
            <a:ext cx="182404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q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FBAF9E-B32E-492D-B0EA-EE59EE8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9" y="4022693"/>
            <a:ext cx="330708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α,h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B34FE0-957D-468D-948E-5EC6DF19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12" y="3895725"/>
            <a:ext cx="379952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897A1B-2197-4DCB-A698-E093C3D7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489" y="3895725"/>
            <a:ext cx="202216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2DFBC8-0EAC-4378-B531-11D48165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130" y="4022693"/>
            <a:ext cx="154591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E71DF6-1FDB-4F01-82B5-76BA1808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130" y="3848481"/>
            <a:ext cx="294037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−1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78E25E-440C-4091-9AB8-0779B2EF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91" y="3895725"/>
            <a:ext cx="51720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(α | 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D816F2-CA7D-4FE4-BEED-111E0603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224" y="3895725"/>
            <a:ext cx="170021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C575C8-84A0-43D9-B5A3-42EED59A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670" y="3895725"/>
            <a:ext cx="13401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D1259B-34BA-42C5-89FE-932285F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95725"/>
            <a:ext cx="47625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log 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8566E9-A7EF-469F-B771-81F75D1A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95725"/>
            <a:ext cx="189452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σ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86FDB7-0B4D-451A-BA96-3DE1FF4C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952" y="4022693"/>
            <a:ext cx="154591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A1C62C-5B76-4F6A-BB03-56705DFA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952" y="3848481"/>
            <a:ext cx="136684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FF77C3-C1DB-4B25-BA63-B3A4780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968" y="3895725"/>
            <a:ext cx="379952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 = 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2EF609-CFF4-43A9-BC00-06A4089B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345" y="3895725"/>
            <a:ext cx="17145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D45FEE-CDE8-400E-A09E-1B7E6D4E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220" y="4022693"/>
            <a:ext cx="140875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θ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217D22-2B4D-4400-A3BE-FC1E4EAA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3895725"/>
            <a:ext cx="13401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(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DBAE14-B980-4A60-988A-2B198164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962" y="3895725"/>
            <a:ext cx="16383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1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z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698FEC-7611-4E2F-BE00-069615FF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217" y="3895725"/>
            <a:ext cx="13401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2325" b="0" i="0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A0B864-7F4B-40D8-A7B2-A75EE7C3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658" y="3895725"/>
            <a:ext cx="28575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4E6A84-4C6C-4D6B-9881-B01FC7AF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658" y="4022693"/>
            <a:ext cx="154591" cy="349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defRPr>
            </a:pPr>
            <a:r>
              <a:rPr sz="1721" b="0" i="1">
                <a:solidFill>
                  <a:srgbClr val="172B3B"/>
                </a:solidFill>
                <a:latin typeface="STIX Two Math"/>
                <a:ea typeface="STIX Two Math"/>
                <a:cs typeface="STIX Two Math"/>
              </a:rPr>
              <a:t>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0B7092-A090-4483-A9D4-014BFDA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71975"/>
            <a:ext cx="471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θ: learned parameters; α ∈ (0, 1): quantile level.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h = 1, …, H; Fₕ: forecast CDF at step h.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6FB3E8-289C-4672-89AD-C2C41F42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719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τ, s: trend / seasonal outputs.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z: trend, season and residual latents.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140568-B0C3-4D05-B7D5-BE9AAF83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150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D8FF91-CFD1-4FB7-87AF-6447CF7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152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8F5B94-D80A-4232-9F5E-A23C0A75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8FAC37-B39B-471B-B5AD-7EE1F5D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E4812E3-80A8-4438-A79B-E9F1AAC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77D8A5-C340-420E-BE1A-57BD5250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5A3C48-6690-43D8-A5B6-C2F38C60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A867B8-6596-43A2-8CFE-E4C274E3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487DCA8-9D3C-454E-ADA5-AAD710C9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77560B-C65D-4010-8087-AA93E0C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5FED93-DC27-4503-AC73-ACD960F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8A894E0-3CFA-479D-953E-F56E2F12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9A06378-1B0E-48B1-ACD9-7B3ABFD0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837EB3-2673-4E75-AFDC-5319ED4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DA8FAD-EB34-42F4-AEDD-39AF7D9D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541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C70ADB-0228-4E1B-87BE-E99D7A02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2061788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2026-10-05T19:58:03.3470000Z</dcterms:created>
  <dcterms:modified xsi:type="dcterms:W3CDTF">2026-10-05T19:58:03.3470000Z</dcterms:modified>
</coreProperties>
</file>