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9a7a23a22d4b1c" /><Relationship Type="http://schemas.openxmlformats.org/officeDocument/2006/relationships/extended-properties" Target="/docProps/app.xml" Id="Rf6fbf2c51d4c4ad8" /><Relationship Type="http://schemas.openxmlformats.org/officeDocument/2006/relationships/officeDocument" Target="/ppt/presentation.xml" Id="R42fc967cadc64e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e7cb5125f437e"/>
  </p:sldMasterIdLst>
  <p:notesMasterIdLst>
    <p:notesMasterId xmlns:r="http://schemas.openxmlformats.org/officeDocument/2006/relationships" r:id="Re2b56402ab98485d"/>
  </p:notesMasterIdLst>
  <p:sldIdLst>
    <p:sldId xmlns:r="http://schemas.openxmlformats.org/officeDocument/2006/relationships" id="256" r:id="Rfee5152d3a1e4949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83d808ebc4c9d" /><Relationship Type="http://schemas.openxmlformats.org/officeDocument/2006/relationships/slideMaster" Target="/ppt/slideMasters/slideMaster1.xml" Id="R847e7cb5125f437e" /><Relationship Type="http://schemas.openxmlformats.org/officeDocument/2006/relationships/notesMaster" Target="/ppt/notesMasters/notesMaster1.xml" Id="Re2b56402ab98485d" /><Relationship Type="http://schemas.openxmlformats.org/officeDocument/2006/relationships/presProps" Target="/ppt/presProps.xml" Id="R1c85a20936174deb" /><Relationship Type="http://schemas.openxmlformats.org/officeDocument/2006/relationships/tableStyles" Target="/ppt/tableStyles.xml" Id="Rf3ea78b2cfe24483" /><Relationship Type="http://schemas.openxmlformats.org/officeDocument/2006/relationships/slide" Target="/ppt/slides/slide1.xml" Id="Rfee5152d3a1e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66fb794c17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42683286c45a1" /><Relationship Type="http://schemas.openxmlformats.org/officeDocument/2006/relationships/notesMaster" Target="/ppt/notesMasters/notesMaster1.xml" Id="Rbe321562d37c4a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Математическая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 и его маргинальные квантили: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параметризацию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полностью убран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b66ff5e4b49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dad280abd249f4" /><Relationship Type="http://schemas.openxmlformats.org/officeDocument/2006/relationships/slideLayout" Target="/ppt/slideLayouts/slideLayout1.xml" Id="R46ff34cd599244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ff34cd599244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7c9f7ad154cb3" /><Relationship Type="http://schemas.openxmlformats.org/officeDocument/2006/relationships/image" Target="/ppt/media/image.png" Id="R63f9e20e49fd4eb3" /><Relationship Type="http://schemas.openxmlformats.org/officeDocument/2006/relationships/notesSlide" Target="/ppt/notesSlides/notesSlide1.xml" Id="Rac10095cf01f45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8E882-E8AB-479F-842F-3B8642C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48EFC-2A8B-42AC-B0C0-9F819058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21304-34F6-48B3-BEE9-58060C68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CE5DD-2D93-4831-8865-1D9DAD7A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mathematical formulation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9e20e49fd4eb3"/>
          <a:stretch xmlns:a="http://schemas.openxmlformats.org/drawingml/2006/main"/>
        </p:blipFill>
        <p:spPr>
          <a:xfrm xmlns:a="http://schemas.openxmlformats.org/drawingml/2006/main">
            <a:off x="439072" y="2343150"/>
            <a:ext cx="9808906" cy="234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AC2B7-E8C5-42C6-99D1-0BA6DA83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F489D-34C6-42E7-8E39-E7F8B47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26ED7-1563-4939-948C-A91E75BD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A9AD5-1AD4-4D21-B1CB-DC84726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D5BBB-50CD-4FCE-BCE1-4E7DD94A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8A8C8-C3EF-4259-9735-003534DE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81EED-A29A-4670-A933-E0015C08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C39E5-9300-4614-940E-3B0C316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19899-89F8-495F-A228-EF8B7E99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2565C-8211-4A7C-8844-B2AFF260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92D43-7CBE-45EE-9D84-AF0CF80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13EA7-311F-4AC7-A5BC-D9B95F9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5CA37-89AF-4808-AA3E-1739E85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E6002-5FA7-41BF-A45F-B8CC3C1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92F8E-118A-41B3-9C10-703A36A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541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CA532-5844-49D8-8DF0-8C2EE18C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796344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2026-10-05T20:23:39.9020000Z</dcterms:created>
  <dcterms:modified xsi:type="dcterms:W3CDTF">2026-10-05T20:23:39.9020000Z</dcterms:modified>
</coreProperties>
</file>