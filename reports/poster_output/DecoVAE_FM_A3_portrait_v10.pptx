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d3bb2ac5f4d43" /><Relationship Type="http://schemas.openxmlformats.org/officeDocument/2006/relationships/extended-properties" Target="/docProps/app.xml" Id="Re179f866a91b43bb" /><Relationship Type="http://schemas.openxmlformats.org/officeDocument/2006/relationships/officeDocument" Target="/ppt/presentation.xml" Id="R16b77107cb7c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b35d600434785"/>
  </p:sldMasterIdLst>
  <p:notesMasterIdLst>
    <p:notesMasterId xmlns:r="http://schemas.openxmlformats.org/officeDocument/2006/relationships" r:id="R3a5332b7a4d348dc"/>
  </p:notesMasterIdLst>
  <p:sldIdLst>
    <p:sldId xmlns:r="http://schemas.openxmlformats.org/officeDocument/2006/relationships" id="256" r:id="Re83a541f23944aad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304f4a3e94719" /><Relationship Type="http://schemas.openxmlformats.org/officeDocument/2006/relationships/slideMaster" Target="/ppt/slideMasters/slideMaster1.xml" Id="Rc32b35d600434785" /><Relationship Type="http://schemas.openxmlformats.org/officeDocument/2006/relationships/notesMaster" Target="/ppt/notesMasters/notesMaster1.xml" Id="R3a5332b7a4d348dc" /><Relationship Type="http://schemas.openxmlformats.org/officeDocument/2006/relationships/presProps" Target="/ppt/presProps.xml" Id="R18c9fcbb86e04a9d" /><Relationship Type="http://schemas.openxmlformats.org/officeDocument/2006/relationships/tableStyles" Target="/ppt/tableStyles.xml" Id="R825090e49ea94a16" /><Relationship Type="http://schemas.openxmlformats.org/officeDocument/2006/relationships/slide" Target="/ppt/slides/slide1.xml" Id="Re83a541f2394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cc3f735c3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6e6577ce8e486a" /><Relationship Type="http://schemas.openxmlformats.org/officeDocument/2006/relationships/notesMaster" Target="/ppt/notesMasters/notesMaster1.xml" Id="Rf0c09dcb3de2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контекст и будущее окно заданы формулами, вектор z раскрыт как (z_trend, z_season, z_residual), а задача объяснена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и строка Readouts полностью убраны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206f61a6e48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6b42fc80b499d" /><Relationship Type="http://schemas.openxmlformats.org/officeDocument/2006/relationships/slideLayout" Target="/ppt/slideLayouts/slideLayout1.xml" Id="R9252fd69c44547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2fd69c44547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5f03c45624b32" /><Relationship Type="http://schemas.openxmlformats.org/officeDocument/2006/relationships/image" Target="/ppt/media/image.png" Id="Rda4338f4dfeb4cc9" /><Relationship Type="http://schemas.openxmlformats.org/officeDocument/2006/relationships/notesSlide" Target="/ppt/notesSlides/notesSlide1.xml" Id="Re84ae86d9dcd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C4B9A-6073-4446-B2EA-8A0335E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1BD8-800B-44F0-90E0-FCE053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9D6A7-3021-407C-998B-ED76E31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61F34-9B75-4F01-A7E3-B2F514B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338f4dfeb4cc9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7CE6E-6059-4077-BF1B-390B2CD4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942E5-8E53-4D98-A139-D2030D88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F1BF8-1511-4CFA-929B-277EABDE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5937A-EBD2-4D9E-83AD-05FBB7E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CC34E-D157-4A3E-BC82-BF83351F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B472-39F5-45A6-B72B-1B6680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7F2E9-58A3-4836-8491-D673FF2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59DCB-F96E-4C1C-B4DD-27728468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F3F6D-8745-4E2C-9588-809CDEE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6D1BB-1DBF-473D-8559-AC2A16C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37BAD-FA6A-4D95-931E-4DA94C6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4BBC0-5881-41E9-806E-0812704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B2D94-A390-4AD6-B462-D8F59AB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FB974-3DD3-4BAD-BD81-3D8DC07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7E4BC-DE3F-4BF8-A2ED-8909AE5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85230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2026-10-05T22:27:52.6320000Z</dcterms:created>
  <dcterms:modified xsi:type="dcterms:W3CDTF">2026-10-05T22:27:52.6320000Z</dcterms:modified>
</coreProperties>
</file>