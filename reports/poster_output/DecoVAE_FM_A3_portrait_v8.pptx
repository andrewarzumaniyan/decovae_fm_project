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d856f95274e93" /><Relationship Type="http://schemas.openxmlformats.org/officeDocument/2006/relationships/extended-properties" Target="/docProps/app.xml" Id="Rd77397eb0a0e45f0" /><Relationship Type="http://schemas.openxmlformats.org/officeDocument/2006/relationships/officeDocument" Target="/ppt/presentation.xml" Id="Rf31b2fff7ff546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c79b9f193c4c36"/>
  </p:sldMasterIdLst>
  <p:notesMasterIdLst>
    <p:notesMasterId xmlns:r="http://schemas.openxmlformats.org/officeDocument/2006/relationships" r:id="R515996b1bb0a4512"/>
  </p:notesMasterIdLst>
  <p:sldIdLst>
    <p:sldId xmlns:r="http://schemas.openxmlformats.org/officeDocument/2006/relationships" id="256" r:id="Rc31a1c550eeb4c23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f67b286c4a4fb7" /><Relationship Type="http://schemas.openxmlformats.org/officeDocument/2006/relationships/slideMaster" Target="/ppt/slideMasters/slideMaster1.xml" Id="R62c79b9f193c4c36" /><Relationship Type="http://schemas.openxmlformats.org/officeDocument/2006/relationships/notesMaster" Target="/ppt/notesMasters/notesMaster1.xml" Id="R515996b1bb0a4512" /><Relationship Type="http://schemas.openxmlformats.org/officeDocument/2006/relationships/presProps" Target="/ppt/presProps.xml" Id="Rb2d6548d5abb48b3" /><Relationship Type="http://schemas.openxmlformats.org/officeDocument/2006/relationships/tableStyles" Target="/ppt/tableStyles.xml" Id="R026e1dc67ca5405b" /><Relationship Type="http://schemas.openxmlformats.org/officeDocument/2006/relationships/slide" Target="/ppt/slides/slide1.xml" Id="Rc31a1c550eeb4c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1ffd5a917b47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f66c1de3534793" /><Relationship Type="http://schemas.openxmlformats.org/officeDocument/2006/relationships/notesMaster" Target="/ppt/notesMasters/notesMaster1.xml" Id="R2976edafab5c4c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Постановка: текст и ключевые формулы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постановка объяснена словами и тремя ключевыми связями: контекст задаёт прогнозное распределение, тренд и сезонность формируют среднее, латенты трёх веток определяют дисперсию. Пример T=96 и H=24 для часового ряда иллюстрирует задачу; это не зафиксированный протокол наших экспериментов. Подробная математическая запись ниже.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распределение; квантили и интервалы названы словами. Их подробная математическая запись: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компактную векторную параметризацию без индекса h. Для отдельного шага она имеет вид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LaTeX-исходник формального блока сохранён отдельно в poster_formulation.tex.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полностью убран из раздела 05. На постере остаются только два вопроса проекта и решающие проверки: роли компонент на известной синтетике и вклад residual в вероятностный прогноз, с дополнительным no-decomposition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dfa3ff3cd49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412f08797d45b5" /><Relationship Type="http://schemas.openxmlformats.org/officeDocument/2006/relationships/slideLayout" Target="/ppt/slideLayouts/slideLayout1.xml" Id="Rd63bb6eb370f4f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3bb6eb370f4f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977dc51944cf4" /><Relationship Type="http://schemas.openxmlformats.org/officeDocument/2006/relationships/image" Target="/ppt/media/image.png" Id="R3fb7ab75b6a64892" /><Relationship Type="http://schemas.openxmlformats.org/officeDocument/2006/relationships/notesSlide" Target="/ppt/notesSlides/notesSlide1.xml" Id="R882f0cef24e54f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C2315-3D22-43F4-B9A3-06931174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B5590-59E5-40D8-BCD9-F03D2F32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2EF39-3A94-4281-9EC6-55F1DCEA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5A29C-F821-42D3-BB87-5BEA2D2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task and model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7ab75b6a64892"/>
          <a:stretch xmlns:a="http://schemas.openxmlformats.org/drawingml/2006/main"/>
        </p:blipFill>
        <p:spPr>
          <a:xfrm xmlns:a="http://schemas.openxmlformats.org/drawingml/2006/main">
            <a:off x="440592" y="2247900"/>
            <a:ext cx="9805866" cy="252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48719-FA19-4D13-A5BF-CFB749D7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48E96-BA76-4571-9F78-0A5B59F0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9A34F-E2A7-43B1-BCCA-F3A3853A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63244-3E60-48DC-AF6E-1264C2F1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8A274-AD55-4C88-81B3-6D3FEFE8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F10DD-4C54-4A6B-9B2D-7A9A30AB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0BBBC-E9C9-4A8A-B4FB-E0605AAC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DF57D-EF4D-44F8-953D-7C8B1EA2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C5146-3627-463B-B942-02D62751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0B9FB-3FD9-4B51-99ED-229E004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 and decisive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5519C-37B6-4F5F-8BE6-DBCB3A7F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3E75D-B00F-496B-861A-5F6283F2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683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synthetic series with known trend and seasonality; measure component errors. Compare current and context-estimated period-aware decomposition.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A1E06-9E55-49A9-A2B4-F9F9D999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0F3A1-8710-4FF3-A2CA-A4D99BC1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68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Retrain with / without residual features, keeping the variance head and NLL. Add a model without decomposition to test its overall contribution.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024F8-B0F1-4E78-8236-09FEC39E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35417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Readouts: MASE; WQL (q=0.1–0.9); calibration error, coverage and width of 40/60/80% intervals by horizon.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391AF-44A6-4B22-98D2-D3006344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089732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2026-10-05T20:36:36.6910000Z</dcterms:created>
  <dcterms:modified xsi:type="dcterms:W3CDTF">2026-10-05T20:36:36.6910000Z</dcterms:modified>
</coreProperties>
</file>